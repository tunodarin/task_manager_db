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DA99C8-D85F-4401-87CD-1643E3BDB5AA}" v="2" dt="2026-01-29T15:10:39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凜 角田" userId="5aa770bd1d342c01" providerId="LiveId" clId="{0561B324-976F-4F08-B907-28374AB6576F}"/>
    <pc:docChg chg="custSel addSld delSld modSld">
      <pc:chgData name="凜 角田" userId="5aa770bd1d342c01" providerId="LiveId" clId="{0561B324-976F-4F08-B907-28374AB6576F}" dt="2026-01-29T15:11:05.979" v="5" actId="47"/>
      <pc:docMkLst>
        <pc:docMk/>
      </pc:docMkLst>
      <pc:sldChg chg="addSp delSp modSp mod">
        <pc:chgData name="凜 角田" userId="5aa770bd1d342c01" providerId="LiveId" clId="{0561B324-976F-4F08-B907-28374AB6576F}" dt="2026-01-29T15:11:02.278" v="4" actId="478"/>
        <pc:sldMkLst>
          <pc:docMk/>
          <pc:sldMk cId="706463442" sldId="262"/>
        </pc:sldMkLst>
        <pc:spChg chg="del mod">
          <ac:chgData name="凜 角田" userId="5aa770bd1d342c01" providerId="LiveId" clId="{0561B324-976F-4F08-B907-28374AB6576F}" dt="2026-01-29T15:11:02.278" v="4" actId="478"/>
          <ac:spMkLst>
            <pc:docMk/>
            <pc:sldMk cId="706463442" sldId="262"/>
            <ac:spMk id="3" creationId="{B3880FEC-65FE-F4CC-E666-234191A00FA4}"/>
          </ac:spMkLst>
        </pc:spChg>
        <pc:spChg chg="mod">
          <ac:chgData name="凜 角田" userId="5aa770bd1d342c01" providerId="LiveId" clId="{0561B324-976F-4F08-B907-28374AB6576F}" dt="2026-01-29T15:10:39.278" v="1"/>
          <ac:spMkLst>
            <pc:docMk/>
            <pc:sldMk cId="706463442" sldId="262"/>
            <ac:spMk id="11" creationId="{16FE502B-EC64-D7F2-AC53-C985C7965A41}"/>
          </ac:spMkLst>
        </pc:spChg>
        <pc:spChg chg="mod">
          <ac:chgData name="凜 角田" userId="5aa770bd1d342c01" providerId="LiveId" clId="{0561B324-976F-4F08-B907-28374AB6576F}" dt="2026-01-29T15:10:39.278" v="1"/>
          <ac:spMkLst>
            <pc:docMk/>
            <pc:sldMk cId="706463442" sldId="262"/>
            <ac:spMk id="12" creationId="{10EED9F0-4D07-51A6-8AEA-0FE528BA20FB}"/>
          </ac:spMkLst>
        </pc:spChg>
        <pc:spChg chg="mod">
          <ac:chgData name="凜 角田" userId="5aa770bd1d342c01" providerId="LiveId" clId="{0561B324-976F-4F08-B907-28374AB6576F}" dt="2026-01-29T15:10:39.278" v="1"/>
          <ac:spMkLst>
            <pc:docMk/>
            <pc:sldMk cId="706463442" sldId="262"/>
            <ac:spMk id="13" creationId="{718A5295-24BA-1930-3213-7D36B306BAD0}"/>
          </ac:spMkLst>
        </pc:spChg>
        <pc:spChg chg="mod">
          <ac:chgData name="凜 角田" userId="5aa770bd1d342c01" providerId="LiveId" clId="{0561B324-976F-4F08-B907-28374AB6576F}" dt="2026-01-29T15:10:39.278" v="1"/>
          <ac:spMkLst>
            <pc:docMk/>
            <pc:sldMk cId="706463442" sldId="262"/>
            <ac:spMk id="14" creationId="{65E1021F-96D7-980F-C15A-12829B288DF2}"/>
          </ac:spMkLst>
        </pc:spChg>
        <pc:spChg chg="mod">
          <ac:chgData name="凜 角田" userId="5aa770bd1d342c01" providerId="LiveId" clId="{0561B324-976F-4F08-B907-28374AB6576F}" dt="2026-01-29T15:10:39.278" v="1"/>
          <ac:spMkLst>
            <pc:docMk/>
            <pc:sldMk cId="706463442" sldId="262"/>
            <ac:spMk id="15" creationId="{63FBD6AE-F317-895A-97B4-8DF63DC0A20B}"/>
          </ac:spMkLst>
        </pc:spChg>
        <pc:spChg chg="mod">
          <ac:chgData name="凜 角田" userId="5aa770bd1d342c01" providerId="LiveId" clId="{0561B324-976F-4F08-B907-28374AB6576F}" dt="2026-01-29T15:10:39.278" v="1"/>
          <ac:spMkLst>
            <pc:docMk/>
            <pc:sldMk cId="706463442" sldId="262"/>
            <ac:spMk id="16" creationId="{EC59D23F-7D04-3929-AC29-4290B4D1519D}"/>
          </ac:spMkLst>
        </pc:spChg>
        <pc:spChg chg="mod">
          <ac:chgData name="凜 角田" userId="5aa770bd1d342c01" providerId="LiveId" clId="{0561B324-976F-4F08-B907-28374AB6576F}" dt="2026-01-29T15:10:39.278" v="1"/>
          <ac:spMkLst>
            <pc:docMk/>
            <pc:sldMk cId="706463442" sldId="262"/>
            <ac:spMk id="17" creationId="{3F19BB67-03EE-50F0-5265-5B4B43066F13}"/>
          </ac:spMkLst>
        </pc:spChg>
        <pc:grpChg chg="add mod">
          <ac:chgData name="凜 角田" userId="5aa770bd1d342c01" providerId="LiveId" clId="{0561B324-976F-4F08-B907-28374AB6576F}" dt="2026-01-29T15:10:49.402" v="2" actId="1076"/>
          <ac:grpSpMkLst>
            <pc:docMk/>
            <pc:sldMk cId="706463442" sldId="262"/>
            <ac:grpSpMk id="4" creationId="{84662D5A-69E0-00F0-18F7-E20D90AC6271}"/>
          </ac:grpSpMkLst>
        </pc:grpChg>
        <pc:cxnChg chg="mod">
          <ac:chgData name="凜 角田" userId="5aa770bd1d342c01" providerId="LiveId" clId="{0561B324-976F-4F08-B907-28374AB6576F}" dt="2026-01-29T15:10:39.278" v="1"/>
          <ac:cxnSpMkLst>
            <pc:docMk/>
            <pc:sldMk cId="706463442" sldId="262"/>
            <ac:cxnSpMk id="5" creationId="{E44F1EA3-28CB-3594-B3EA-CD20F6725113}"/>
          </ac:cxnSpMkLst>
        </pc:cxnChg>
        <pc:cxnChg chg="mod">
          <ac:chgData name="凜 角田" userId="5aa770bd1d342c01" providerId="LiveId" clId="{0561B324-976F-4F08-B907-28374AB6576F}" dt="2026-01-29T15:10:39.278" v="1"/>
          <ac:cxnSpMkLst>
            <pc:docMk/>
            <pc:sldMk cId="706463442" sldId="262"/>
            <ac:cxnSpMk id="9" creationId="{76F1E435-F921-8450-DBAE-470F80C04FB2}"/>
          </ac:cxnSpMkLst>
        </pc:cxnChg>
      </pc:sldChg>
      <pc:sldChg chg="add del">
        <pc:chgData name="凜 角田" userId="5aa770bd1d342c01" providerId="LiveId" clId="{0561B324-976F-4F08-B907-28374AB6576F}" dt="2026-01-29T15:11:05.979" v="5" actId="47"/>
        <pc:sldMkLst>
          <pc:docMk/>
          <pc:sldMk cId="0" sldId="263"/>
        </pc:sldMkLst>
      </pc:sldChg>
      <pc:sldMasterChg chg="delSldLayout">
        <pc:chgData name="凜 角田" userId="5aa770bd1d342c01" providerId="LiveId" clId="{0561B324-976F-4F08-B907-28374AB6576F}" dt="2026-01-29T15:11:05.979" v="5" actId="47"/>
        <pc:sldMasterMkLst>
          <pc:docMk/>
          <pc:sldMasterMk cId="0" sldId="2147483840"/>
        </pc:sldMasterMkLst>
        <pc:sldLayoutChg chg="del">
          <pc:chgData name="凜 角田" userId="5aa770bd1d342c01" providerId="LiveId" clId="{0561B324-976F-4F08-B907-28374AB6576F}" dt="2026-01-29T15:11:05.979" v="5" actId="47"/>
          <pc:sldLayoutMkLst>
            <pc:docMk/>
            <pc:sldMasterMk cId="0" sldId="2147483840"/>
            <pc:sldLayoutMk cId="2991177591" sldId="214748385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kumimoji="1"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5656B3-9323-95FB-DECF-7AAD4F1F8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4711special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1E6F708-3249-CF08-2CB5-EAD4D13C5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2272062</a:t>
            </a:r>
            <a:r>
              <a:rPr kumimoji="1" lang="ja-JP" altLang="en-US" dirty="0"/>
              <a:t>　角田凜</a:t>
            </a:r>
            <a:endParaRPr kumimoji="1" lang="en-US" altLang="ja-JP" dirty="0"/>
          </a:p>
          <a:p>
            <a:r>
              <a:rPr lang="en-US" altLang="ja-JP" dirty="0"/>
              <a:t>2341067</a:t>
            </a:r>
            <a:r>
              <a:rPr lang="ja-JP" altLang="en-US" dirty="0"/>
              <a:t>　畑遥菜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688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C8725B-9945-04A6-12B4-2245C692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B565FE-0E7B-AFF7-8078-9256EAC26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グループ名：</a:t>
            </a:r>
            <a:r>
              <a:rPr kumimoji="1" lang="en-US" altLang="ja-JP" dirty="0"/>
              <a:t>4711Special</a:t>
            </a:r>
            <a:endParaRPr lang="en-US" altLang="ja-JP" dirty="0"/>
          </a:p>
          <a:p>
            <a:r>
              <a:rPr kumimoji="1" lang="ja-JP" altLang="en-US" dirty="0"/>
              <a:t>メンバー：</a:t>
            </a:r>
            <a:r>
              <a:rPr kumimoji="1" lang="en-US" altLang="ja-JP" dirty="0"/>
              <a:t>2272062</a:t>
            </a:r>
            <a:r>
              <a:rPr kumimoji="1" lang="ja-JP" altLang="en-US" dirty="0"/>
              <a:t>　角田凜　　</a:t>
            </a:r>
            <a:r>
              <a:rPr lang="en-US" altLang="ja-JP" dirty="0"/>
              <a:t>2341067</a:t>
            </a:r>
            <a:r>
              <a:rPr lang="ja-JP" altLang="en-US" dirty="0"/>
              <a:t>　畑遥菜</a:t>
            </a:r>
          </a:p>
          <a:p>
            <a:r>
              <a:rPr lang="en-US" altLang="ja-JP" dirty="0"/>
              <a:t>Git</a:t>
            </a:r>
            <a:r>
              <a:rPr lang="ja-JP" altLang="en-US" dirty="0"/>
              <a:t> </a:t>
            </a:r>
            <a:r>
              <a:rPr lang="en-US" altLang="ja-JP" dirty="0"/>
              <a:t>Hub</a:t>
            </a:r>
            <a:r>
              <a:rPr lang="ja-JP" altLang="en-US" dirty="0"/>
              <a:t>：</a:t>
            </a:r>
            <a:r>
              <a:rPr lang="en-US" altLang="ja-JP" dirty="0"/>
              <a:t>https://github.com/tunodarin/task_manager_DB.git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4152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9DAE21-AEF8-A0C2-8D48-1E19E1E8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大学生</a:t>
            </a:r>
            <a:r>
              <a:rPr kumimoji="1" lang="en-US" altLang="ja-JP" dirty="0"/>
              <a:t>A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16027C-7843-D7B0-3394-306EF89D6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99847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51862C-1F9C-960A-5D91-1B395F94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ストーリーボード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D72FAD-B4C7-D3CD-689D-D33F0EC6E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554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EC7CA6-5E82-B683-17CC-06A21F310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UI</a:t>
            </a:r>
            <a:r>
              <a:rPr kumimoji="1" lang="ja-JP" altLang="en-US"/>
              <a:t>モック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83CF44-3269-5E8C-6753-8145200EE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704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7CC0A7-A21C-6F83-EB40-0F8BD88C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ER</a:t>
            </a:r>
            <a:r>
              <a:rPr kumimoji="1" lang="ja-JP" altLang="en-US" dirty="0"/>
              <a:t>図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E988A0D-71A5-0782-A31F-119894E73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2581688"/>
            <a:ext cx="7315200" cy="1685099"/>
          </a:xfrm>
        </p:spPr>
      </p:pic>
    </p:spTree>
    <p:extLst>
      <p:ext uri="{BB962C8B-B14F-4D97-AF65-F5344CB8AC3E}">
        <p14:creationId xmlns:p14="http://schemas.microsoft.com/office/powerpoint/2010/main" val="3173724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ABE5AD-A292-2865-C37C-4F7B264A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システム構成図</a:t>
            </a:r>
          </a:p>
        </p:txBody>
      </p:sp>
      <p:grpSp>
        <p:nvGrpSpPr>
          <p:cNvPr id="4" name="Organization Chart 3">
            <a:extLst>
              <a:ext uri="{FF2B5EF4-FFF2-40B4-BE49-F238E27FC236}">
                <a16:creationId xmlns:a16="http://schemas.microsoft.com/office/drawing/2014/main" id="{84662D5A-69E0-00F0-18F7-E20D90AC6271}"/>
              </a:ext>
            </a:extLst>
          </p:cNvPr>
          <p:cNvGrpSpPr>
            <a:grpSpLocks/>
          </p:cNvGrpSpPr>
          <p:nvPr/>
        </p:nvGrpSpPr>
        <p:grpSpPr bwMode="auto">
          <a:xfrm>
            <a:off x="3817419" y="1053948"/>
            <a:ext cx="7007922" cy="4536504"/>
            <a:chOff x="481" y="1008"/>
            <a:chExt cx="1844" cy="1893"/>
          </a:xfrm>
        </p:grpSpPr>
        <p:cxnSp>
          <p:nvCxnSpPr>
            <p:cNvPr id="5" name="_s3079">
              <a:extLst>
                <a:ext uri="{FF2B5EF4-FFF2-40B4-BE49-F238E27FC236}">
                  <a16:creationId xmlns:a16="http://schemas.microsoft.com/office/drawing/2014/main" id="{E44F1EA3-28CB-3594-B3EA-CD20F6725113}"/>
                </a:ext>
              </a:extLst>
            </p:cNvPr>
            <p:cNvCxnSpPr>
              <a:cxnSpLocks noChangeShapeType="1"/>
              <a:stCxn id="17" idx="1"/>
              <a:endCxn id="14" idx="2"/>
            </p:cNvCxnSpPr>
            <p:nvPr/>
          </p:nvCxnSpPr>
          <p:spPr bwMode="auto">
            <a:xfrm rot="10800000">
              <a:off x="995" y="2617"/>
              <a:ext cx="446" cy="19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_s3080">
              <a:extLst>
                <a:ext uri="{FF2B5EF4-FFF2-40B4-BE49-F238E27FC236}">
                  <a16:creationId xmlns:a16="http://schemas.microsoft.com/office/drawing/2014/main" id="{24F7DD94-45FE-EA01-18F6-B53D58E3D273}"/>
                </a:ext>
              </a:extLst>
            </p:cNvPr>
            <p:cNvCxnSpPr>
              <a:cxnSpLocks noChangeShapeType="1"/>
              <a:stCxn id="16" idx="1"/>
            </p:cNvCxnSpPr>
            <p:nvPr/>
          </p:nvCxnSpPr>
          <p:spPr bwMode="auto">
            <a:xfrm rot="10800000">
              <a:off x="1384" y="2026"/>
              <a:ext cx="78" cy="22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_s3081">
              <a:extLst>
                <a:ext uri="{FF2B5EF4-FFF2-40B4-BE49-F238E27FC236}">
                  <a16:creationId xmlns:a16="http://schemas.microsoft.com/office/drawing/2014/main" id="{CA19BAA6-4735-ABE5-988C-D332CB16A55C}"/>
                </a:ext>
              </a:extLst>
            </p:cNvPr>
            <p:cNvCxnSpPr>
              <a:cxnSpLocks noChangeShapeType="1"/>
              <a:stCxn id="15" idx="1"/>
              <a:endCxn id="12" idx="2"/>
            </p:cNvCxnSpPr>
            <p:nvPr/>
          </p:nvCxnSpPr>
          <p:spPr bwMode="auto">
            <a:xfrm rot="10800000">
              <a:off x="1163" y="1481"/>
              <a:ext cx="277" cy="19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_s3082">
              <a:extLst>
                <a:ext uri="{FF2B5EF4-FFF2-40B4-BE49-F238E27FC236}">
                  <a16:creationId xmlns:a16="http://schemas.microsoft.com/office/drawing/2014/main" id="{1C247776-4746-785A-A48E-C90483F9D13F}"/>
                </a:ext>
              </a:extLst>
            </p:cNvPr>
            <p:cNvCxnSpPr>
              <a:cxnSpLocks noChangeShapeType="1"/>
              <a:stCxn id="14" idx="1"/>
              <a:endCxn id="11" idx="2"/>
            </p:cNvCxnSpPr>
            <p:nvPr/>
          </p:nvCxnSpPr>
          <p:spPr bwMode="auto">
            <a:xfrm rot="10800000">
              <a:off x="851" y="1197"/>
              <a:ext cx="13" cy="1326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_s3083">
              <a:extLst>
                <a:ext uri="{FF2B5EF4-FFF2-40B4-BE49-F238E27FC236}">
                  <a16:creationId xmlns:a16="http://schemas.microsoft.com/office/drawing/2014/main" id="{76F1E435-F921-8450-DBAE-470F80C04FB2}"/>
                </a:ext>
              </a:extLst>
            </p:cNvPr>
            <p:cNvCxnSpPr>
              <a:cxnSpLocks noChangeShapeType="1"/>
              <a:stCxn id="13" idx="1"/>
              <a:endCxn id="11" idx="2"/>
            </p:cNvCxnSpPr>
            <p:nvPr/>
          </p:nvCxnSpPr>
          <p:spPr bwMode="auto">
            <a:xfrm rot="10800000">
              <a:off x="851" y="1197"/>
              <a:ext cx="13" cy="723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_s3084">
              <a:extLst>
                <a:ext uri="{FF2B5EF4-FFF2-40B4-BE49-F238E27FC236}">
                  <a16:creationId xmlns:a16="http://schemas.microsoft.com/office/drawing/2014/main" id="{0657ECAA-2CA1-3C2D-16D0-33981A465DD9}"/>
                </a:ext>
              </a:extLst>
            </p:cNvPr>
            <p:cNvCxnSpPr>
              <a:cxnSpLocks noChangeShapeType="1"/>
              <a:stCxn id="12" idx="1"/>
              <a:endCxn id="11" idx="2"/>
            </p:cNvCxnSpPr>
            <p:nvPr/>
          </p:nvCxnSpPr>
          <p:spPr bwMode="auto">
            <a:xfrm rot="10800000">
              <a:off x="851" y="1197"/>
              <a:ext cx="13" cy="19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_s3085">
              <a:extLst>
                <a:ext uri="{FF2B5EF4-FFF2-40B4-BE49-F238E27FC236}">
                  <a16:creationId xmlns:a16="http://schemas.microsoft.com/office/drawing/2014/main" id="{16FE502B-EC64-D7F2-AC53-C985C7965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" y="1008"/>
              <a:ext cx="739" cy="189"/>
            </a:xfrm>
            <a:prstGeom prst="bracketPair">
              <a:avLst>
                <a:gd name="adj" fmla="val 0"/>
              </a:avLst>
            </a:prstGeom>
            <a:solidFill>
              <a:schemeClr val="folHlink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/>
                <a:t>Simple task manager</a:t>
              </a:r>
              <a:endParaRPr lang="ja-JP" altLang="en-US" dirty="0"/>
            </a:p>
          </p:txBody>
        </p:sp>
        <p:sp>
          <p:nvSpPr>
            <p:cNvPr id="12" name="_s3086">
              <a:extLst>
                <a:ext uri="{FF2B5EF4-FFF2-40B4-BE49-F238E27FC236}">
                  <a16:creationId xmlns:a16="http://schemas.microsoft.com/office/drawing/2014/main" id="{10EED9F0-4D07-51A6-8AEA-0FE528BA2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292"/>
              <a:ext cx="598" cy="189"/>
            </a:xfrm>
            <a:prstGeom prst="bracketPair">
              <a:avLst>
                <a:gd name="adj" fmla="val 0"/>
              </a:avLst>
            </a:prstGeom>
            <a:solidFill>
              <a:schemeClr val="accent2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ja-JP" altLang="en-US" dirty="0"/>
                <a:t>プレゼンテーション層</a:t>
              </a:r>
            </a:p>
          </p:txBody>
        </p:sp>
        <p:sp>
          <p:nvSpPr>
            <p:cNvPr id="13" name="_s3087">
              <a:extLst>
                <a:ext uri="{FF2B5EF4-FFF2-40B4-BE49-F238E27FC236}">
                  <a16:creationId xmlns:a16="http://schemas.microsoft.com/office/drawing/2014/main" id="{718A5295-24BA-1930-3213-7D36B306B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825"/>
              <a:ext cx="570" cy="189"/>
            </a:xfrm>
            <a:prstGeom prst="bracketPair">
              <a:avLst>
                <a:gd name="adj" fmla="val 0"/>
              </a:avLst>
            </a:prstGeom>
            <a:solidFill>
              <a:schemeClr val="accent2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ja-JP" altLang="en-US" dirty="0"/>
                <a:t>アプリケーション層</a:t>
              </a:r>
            </a:p>
          </p:txBody>
        </p:sp>
        <p:sp>
          <p:nvSpPr>
            <p:cNvPr id="14" name="_s3088">
              <a:extLst>
                <a:ext uri="{FF2B5EF4-FFF2-40B4-BE49-F238E27FC236}">
                  <a16:creationId xmlns:a16="http://schemas.microsoft.com/office/drawing/2014/main" id="{65E1021F-96D7-980F-C15A-12829B288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28"/>
              <a:ext cx="262" cy="189"/>
            </a:xfrm>
            <a:prstGeom prst="bracketPair">
              <a:avLst>
                <a:gd name="adj" fmla="val 0"/>
              </a:avLst>
            </a:prstGeom>
            <a:solidFill>
              <a:schemeClr val="accent2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ja-JP" altLang="en-US" dirty="0"/>
                <a:t>データ層</a:t>
              </a:r>
            </a:p>
          </p:txBody>
        </p:sp>
        <p:sp>
          <p:nvSpPr>
            <p:cNvPr id="15" name="_s3089">
              <a:extLst>
                <a:ext uri="{FF2B5EF4-FFF2-40B4-BE49-F238E27FC236}">
                  <a16:creationId xmlns:a16="http://schemas.microsoft.com/office/drawing/2014/main" id="{63FBD6AE-F317-895A-97B4-8DF63DC0A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576"/>
              <a:ext cx="557" cy="189"/>
            </a:xfrm>
            <a:prstGeom prst="bracketPair">
              <a:avLst>
                <a:gd name="adj" fmla="val 0"/>
              </a:avLst>
            </a:prstGeom>
            <a:solidFill>
              <a:schemeClr val="hlink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/>
                <a:t>HTML</a:t>
              </a:r>
              <a:r>
                <a:rPr lang="ja-JP" altLang="en-US" dirty="0"/>
                <a:t>（</a:t>
              </a:r>
              <a:r>
                <a:rPr lang="en-US" altLang="ja-JP" dirty="0"/>
                <a:t>index.html</a:t>
              </a:r>
              <a:r>
                <a:rPr lang="ja-JP" altLang="en-US" dirty="0"/>
                <a:t>）</a:t>
              </a:r>
            </a:p>
          </p:txBody>
        </p:sp>
        <p:sp>
          <p:nvSpPr>
            <p:cNvPr id="16" name="_s3090">
              <a:extLst>
                <a:ext uri="{FF2B5EF4-FFF2-40B4-BE49-F238E27FC236}">
                  <a16:creationId xmlns:a16="http://schemas.microsoft.com/office/drawing/2014/main" id="{EC59D23F-7D04-3929-AC29-4290B4D15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2151"/>
              <a:ext cx="863" cy="189"/>
            </a:xfrm>
            <a:prstGeom prst="bracketPair">
              <a:avLst>
                <a:gd name="adj" fmla="val 0"/>
              </a:avLst>
            </a:prstGeom>
            <a:solidFill>
              <a:schemeClr val="hlink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/>
                <a:t>Python</a:t>
              </a:r>
              <a:r>
                <a:rPr lang="ja-JP" altLang="en-US" dirty="0"/>
                <a:t>、</a:t>
              </a:r>
              <a:r>
                <a:rPr lang="en-US" altLang="ja-JP" dirty="0"/>
                <a:t>Flask</a:t>
              </a:r>
              <a:r>
                <a:rPr lang="ja-JP" altLang="en-US" dirty="0"/>
                <a:t>（</a:t>
              </a:r>
              <a:r>
                <a:rPr lang="en-US" altLang="ja-JP" dirty="0"/>
                <a:t>DB.py</a:t>
              </a:r>
              <a:r>
                <a:rPr lang="ja-JP" altLang="en-US" dirty="0"/>
                <a:t>）</a:t>
              </a:r>
            </a:p>
          </p:txBody>
        </p:sp>
        <p:sp>
          <p:nvSpPr>
            <p:cNvPr id="17" name="_s3091">
              <a:extLst>
                <a:ext uri="{FF2B5EF4-FFF2-40B4-BE49-F238E27FC236}">
                  <a16:creationId xmlns:a16="http://schemas.microsoft.com/office/drawing/2014/main" id="{3F19BB67-03EE-50F0-5265-5B4B43066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" y="2712"/>
              <a:ext cx="863" cy="189"/>
            </a:xfrm>
            <a:prstGeom prst="bracketPair">
              <a:avLst>
                <a:gd name="adj" fmla="val 0"/>
              </a:avLst>
            </a:prstGeom>
            <a:solidFill>
              <a:schemeClr val="hlink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/>
                <a:t>SQLite</a:t>
              </a:r>
              <a:r>
                <a:rPr lang="ja-JP" altLang="en-US" dirty="0"/>
                <a:t>（</a:t>
              </a:r>
              <a:r>
                <a:rPr lang="en-US" altLang="ja-JP" dirty="0" err="1"/>
                <a:t>database.db</a:t>
              </a:r>
              <a:r>
                <a:rPr lang="ja-JP" altLang="en-US" dirty="0"/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6463442"/>
      </p:ext>
    </p:extLst>
  </p:cSld>
  <p:clrMapOvr>
    <a:masterClrMapping/>
  </p:clrMapOvr>
</p:sld>
</file>

<file path=ppt/theme/theme1.xml><?xml version="1.0" encoding="utf-8"?>
<a:theme xmlns:a="http://schemas.openxmlformats.org/drawingml/2006/main" name="フレーム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{FD089271-7918-4CA5-B4C1-E1185E1B2715}TF5b254a55-10e1-4643-bbf8-937ce7de93d886038898-efa63dfd5ea5</Template>
  <TotalTime>8</TotalTime>
  <Words>73</Words>
  <Application>Microsoft Office PowerPoint</Application>
  <PresentationFormat>ワイド画面</PresentationFormat>
  <Paragraphs>19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Corbel</vt:lpstr>
      <vt:lpstr>Wingdings 2</vt:lpstr>
      <vt:lpstr>フレーム</vt:lpstr>
      <vt:lpstr>4711special</vt:lpstr>
      <vt:lpstr>概要</vt:lpstr>
      <vt:lpstr>大学生A </vt:lpstr>
      <vt:lpstr>ストーリーボード</vt:lpstr>
      <vt:lpstr>UIモック</vt:lpstr>
      <vt:lpstr>ER図</vt:lpstr>
      <vt:lpstr>システム構成図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凜 角田</dc:creator>
  <cp:lastModifiedBy>凜 角田</cp:lastModifiedBy>
  <cp:revision>2</cp:revision>
  <dcterms:created xsi:type="dcterms:W3CDTF">2026-01-16T00:38:07Z</dcterms:created>
  <dcterms:modified xsi:type="dcterms:W3CDTF">2026-01-29T15:11:07Z</dcterms:modified>
</cp:coreProperties>
</file>