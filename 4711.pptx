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28AD0-4B5E-4562-8EB6-65E5E8ECA2C2}" v="1" dt="2026-01-16T00:58:14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凜 角田" userId="5aa770bd1d342c01" providerId="LiveId" clId="{0561B324-976F-4F08-B907-28374AB6576F}"/>
    <pc:docChg chg="modSld">
      <pc:chgData name="凜 角田" userId="5aa770bd1d342c01" providerId="LiveId" clId="{0561B324-976F-4F08-B907-28374AB6576F}" dt="2026-01-16T00:58:17.294" v="3" actId="20577"/>
      <pc:docMkLst>
        <pc:docMk/>
      </pc:docMkLst>
      <pc:sldChg chg="modSp mod">
        <pc:chgData name="凜 角田" userId="5aa770bd1d342c01" providerId="LiveId" clId="{0561B324-976F-4F08-B907-28374AB6576F}" dt="2026-01-16T00:58:17.294" v="3" actId="20577"/>
        <pc:sldMkLst>
          <pc:docMk/>
          <pc:sldMk cId="836887541" sldId="256"/>
        </pc:sldMkLst>
        <pc:spChg chg="mod">
          <ac:chgData name="凜 角田" userId="5aa770bd1d342c01" providerId="LiveId" clId="{0561B324-976F-4F08-B907-28374AB6576F}" dt="2026-01-16T00:58:17.294" v="3" actId="20577"/>
          <ac:spMkLst>
            <pc:docMk/>
            <pc:sldMk cId="836887541" sldId="256"/>
            <ac:spMk id="3" creationId="{51E6F708-3249-CF08-2CB5-EAD4D13C55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kumimoji="1"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5656B3-9323-95FB-DECF-7AAD4F1F8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4711special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E6F708-3249-CF08-2CB5-EAD4D13C5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2272062</a:t>
            </a:r>
            <a:r>
              <a:rPr kumimoji="1" lang="ja-JP" altLang="en-US" dirty="0"/>
              <a:t>　角田凜</a:t>
            </a:r>
            <a:endParaRPr kumimoji="1" lang="en-US" altLang="ja-JP" dirty="0"/>
          </a:p>
          <a:p>
            <a:r>
              <a:rPr lang="en-US" altLang="ja-JP"/>
              <a:t>2341067</a:t>
            </a:r>
            <a:r>
              <a:rPr lang="ja-JP" altLang="en-US"/>
              <a:t>　</a:t>
            </a:r>
            <a:r>
              <a:rPr lang="ja-JP" altLang="en-US" dirty="0"/>
              <a:t>畑遥菜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688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DAE21-AEF8-A0C2-8D48-1E19E1E8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大学生</a:t>
            </a:r>
            <a:r>
              <a:rPr kumimoji="1" lang="en-US" altLang="ja-JP" dirty="0"/>
              <a:t>A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16027C-7843-D7B0-3394-306EF89D6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9984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51862C-1F9C-960A-5D91-1B395F94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ストーリーボード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D72FAD-B4C7-D3CD-689D-D33F0EC6E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554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EC7CA6-5E82-B683-17CC-06A21F310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UI</a:t>
            </a:r>
            <a:r>
              <a:rPr kumimoji="1" lang="ja-JP" altLang="en-US"/>
              <a:t>モック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83CF44-3269-5E8C-6753-8145200EE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7042526"/>
      </p:ext>
    </p:extLst>
  </p:cSld>
  <p:clrMapOvr>
    <a:masterClrMapping/>
  </p:clrMapOvr>
</p:sld>
</file>

<file path=ppt/theme/theme1.xml><?xml version="1.0" encoding="utf-8"?>
<a:theme xmlns:a="http://schemas.openxmlformats.org/drawingml/2006/main" name="フレーム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{FD089271-7918-4CA5-B4C1-E1185E1B2715}TF5b254a55-10e1-4643-bbf8-937ce7de93d886038898-efa63dfd5ea5</Template>
  <TotalTime>4</TotalTime>
  <Words>13</Words>
  <Application>Microsoft Office PowerPoint</Application>
  <PresentationFormat>ワイド画面</PresentationFormat>
  <Paragraphs>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Corbel</vt:lpstr>
      <vt:lpstr>Wingdings 2</vt:lpstr>
      <vt:lpstr>フレーム</vt:lpstr>
      <vt:lpstr>4711special</vt:lpstr>
      <vt:lpstr>大学生A </vt:lpstr>
      <vt:lpstr>ストーリーボード</vt:lpstr>
      <vt:lpstr>UIモック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凜 角田</dc:creator>
  <cp:lastModifiedBy>凜 角田</cp:lastModifiedBy>
  <cp:revision>1</cp:revision>
  <dcterms:created xsi:type="dcterms:W3CDTF">2026-01-16T00:38:07Z</dcterms:created>
  <dcterms:modified xsi:type="dcterms:W3CDTF">2026-01-16T00:58:19Z</dcterms:modified>
</cp:coreProperties>
</file>